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4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94.25</c:v>
                </c:pt>
                <c:pt idx="1">
                  <c:v>96.03</c:v>
                </c:pt>
                <c:pt idx="2">
                  <c:v>96.66</c:v>
                </c:pt>
                <c:pt idx="3">
                  <c:v>96.99</c:v>
                </c:pt>
                <c:pt idx="4">
                  <c:v>97.24</c:v>
                </c:pt>
                <c:pt idx="5">
                  <c:v>97.47</c:v>
                </c:pt>
                <c:pt idx="6">
                  <c:v>97.62</c:v>
                </c:pt>
                <c:pt idx="7">
                  <c:v>97.7</c:v>
                </c:pt>
                <c:pt idx="8">
                  <c:v>97.62</c:v>
                </c:pt>
                <c:pt idx="9">
                  <c:v>97.69</c:v>
                </c:pt>
                <c:pt idx="10">
                  <c:v>97.72</c:v>
                </c:pt>
                <c:pt idx="11">
                  <c:v>97.74</c:v>
                </c:pt>
                <c:pt idx="12">
                  <c:v>97.76</c:v>
                </c:pt>
                <c:pt idx="13">
                  <c:v>97.77</c:v>
                </c:pt>
                <c:pt idx="14">
                  <c:v>97.75</c:v>
                </c:pt>
                <c:pt idx="15">
                  <c:v>97.78</c:v>
                </c:pt>
                <c:pt idx="16">
                  <c:v>97.79</c:v>
                </c:pt>
                <c:pt idx="17">
                  <c:v>97.78</c:v>
                </c:pt>
                <c:pt idx="18">
                  <c:v>97.8</c:v>
                </c:pt>
                <c:pt idx="19">
                  <c:v>97.8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01-42E9-8B32-5072EAE282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.5"/>
          <c:min val="93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8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457200" cy="3657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Neural Network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Entirely in 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46993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  ·  No libraries  ·  Just loops, and math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Riha, Jackson Bedenbaugh, Anthony Skidmore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 and why it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architecture, math, and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performance, and the drawing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005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what comes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28×28 pixel image of a handwritten digit, classify it as 0–9.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79476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" cy="13716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MNIST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training images and 10,000 test images of handwritten digits. Each image is 28×28 pixels in grayscale — 784 values between 0 (black) and 255 (white).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103120"/>
            <a:ext cx="379476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recognition is the "hello world" of machine learning. Simple enough to build from scratch, complex enough to demonstrate real neural network principles.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core technology behind modern AI and LLM, just at a smaller scale.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Build It in C?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" cy="13716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Libraries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TensorFlow, PyTorch, or NumPy. Every matrix multiply, every gradient — written by hand.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54864" cy="13716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Understanding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from scratch means understanding every single operation. Nothing is hidden behind library calls.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54864" cy="13716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standard library and the math library. Arrays and for loops — procedural programming.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neural network fits in a single .c file — 189 lines of code.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</a:rPr>
              <a:t>189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7490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109,386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2918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74904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35040" y="4389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9456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pixels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19456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17320"/>
            <a:ext cx="2194560" cy="13716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521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103120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2103120"/>
            <a:ext cx="3657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neuron in one layer connects to every neuron in the next. Weights start random and gradually organize into digit-recognizing patterns.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(784×128) + 128 + (128×10) + 10 = </a:t>
            </a:r>
            <a:r>
              <a:rPr lang="en-US" sz="1100" u="sng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109,386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trainable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Forward Pass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neuron: multiply inputs by weights, add bias, apply activation.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023360" cy="1645920"/>
          </a:xfrm>
          <a:prstGeom prst="rect">
            <a:avLst/>
          </a:prstGeom>
          <a:solidFill>
            <a:srgbClr val="0D152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neuron equation: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w1*x1 + w2*x2 + ... + wn*xn +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activation(z)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z1[i] += W1[i][j] * input[j];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a1[i] = z1[i] &gt; 0 ? z1[i] : 0; // ReLU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84048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54864" cy="7315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Hidden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inputs × 128 weights = 128 outputs through ReLU.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84048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54864" cy="7315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Output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2918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inputs × 10 weights = 10 probabilities via softmax.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values (z1, a1, z2, a2) are stored because backpropagation needs them.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Functions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5486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 (Hidden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z)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positive, pass it through.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negative, output zero.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the network learn nonlinear patterns. Without it, stacking layers would just be one big linear transformation.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25603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93192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 (Output Layer)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e^zi / Σ e^zj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10 raw scores into probabilities that sum to 1.0.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network is confident it's a "7", that neuron outputs 0.95 while others share 0.05.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max(z) first to prevent overflow.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— How It Learns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7315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755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image through, get 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54864" cy="7315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Loss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624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wrong: L = −Σ yᵢ log(ŷᵢ)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864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 Pass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493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rule: how much did each weight contribute to the error?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54864" cy="7315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Weights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← W − learning_rate × gradient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" y="46778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gradient simplifies to 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dz = prediction − truth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chain rule carries it backward.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tells you which direction is downhill. The learning rate tells you how far to step.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572000" cy="1280160"/>
          </a:xfrm>
          <a:prstGeom prst="rect">
            <a:avLst/>
          </a:prstGeom>
          <a:solidFill>
            <a:srgbClr val="0D152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update rule: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W1[i][j] -= (lr / batch_size) * dW1[i][j];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Nudge each weight in the direction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that reduces the loss.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3108960" cy="128016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0" y="2011680"/>
            <a:ext cx="54864" cy="12801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a hill in thick fog. You can't see the valley, but you can feel which way the ground slopes. Step downhill each time.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109,386 weights gets its own gradient and its own update — 109,386 tiny improvements per batch.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" cy="9144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per update. Too big = overshoot. Too small = slow.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update. Average 32 gradients for stability.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passes through all 60,000 images.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Results</a:t>
            </a:r>
            <a:endParaRPr lang="en-US" sz="3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3716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37160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97.8%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0350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65176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03504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EPOCH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3931920"/>
            <a:ext cx="2560320" cy="109728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03504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Breakdown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10,000 test images the network has never seen: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9,780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840480" cy="18288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~220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learned general patterns — not memorized images.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accuracy on images it never saw during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Drawing App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program lets you draw digits and watch the network classify them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84048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" cy="2286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trained weights from weights.bin, then runs the exact same forward pass on your drawing.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28×28 canvas is scaled up for visibility. A soft brush mimics MNIST's anti-aliasing.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probability bars for all 10 digits.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840480" cy="228600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drag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Draw on canvas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drag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Erase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key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Guess the digit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key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Clear canvas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key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Structure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init_weights()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init: random × √(2/fan_in)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4864" cy="10058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multiply + ReLU/softmax, cache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864" cy="10058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rule: gradients for all 109K weights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54864" cy="10058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-= (lr/batch) × gradient, zero grads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load_mnist()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big-endian IDX format, normalize pixels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749040"/>
            <a:ext cx="4114800" cy="100584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54864" cy="10058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init → train → test → save weights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274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058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" cy="11887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neural network from scratch in C — forward pass, backpropagation, gradient descent, MNIST loader, and interactive drawing app. 278 lines, zero libraries.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188720"/>
          </a:xfrm>
          <a:prstGeom prst="rect">
            <a:avLst/>
          </a:prstGeom>
          <a:solidFill>
            <a:srgbClr val="111B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54864" cy="1188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Proved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accuracy on unseen data proves the network learned generalizable patterns. The same math powers billion-parameter models.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Layers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→ 256 → 128 → 64 → 10 for higher 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8046720" cy="384048"/>
          </a:xfrm>
          <a:prstGeom prst="rect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648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Decay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6484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lr each epoch for finer tuning in later stages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8046720" cy="384048"/>
          </a:xfrm>
          <a:prstGeom prst="rect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105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41056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shift, and scale images for robustness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8046720" cy="384048"/>
          </a:xfrm>
          <a:prstGeom prst="rect">
            <a:avLst/>
          </a:prstGeom>
          <a:solidFill>
            <a:srgbClr val="11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4562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Letters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45628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EMNIST to extend beyond digits to A-Z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33905" y="2023110"/>
            <a:ext cx="4276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:)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1158</Words>
  <Application>Microsoft Office PowerPoint</Application>
  <PresentationFormat>On-screen Show (16:9)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in C</dc:title>
  <dc:subject>PptxGenJS Presentation</dc:subject>
  <dc:creator>Austin</dc:creator>
  <cp:lastModifiedBy>Austin Riha</cp:lastModifiedBy>
  <cp:revision>2</cp:revision>
  <dcterms:created xsi:type="dcterms:W3CDTF">2026-03-25T20:14:00Z</dcterms:created>
  <dcterms:modified xsi:type="dcterms:W3CDTF">2026-03-26T18:02:30Z</dcterms:modified>
</cp:coreProperties>
</file>